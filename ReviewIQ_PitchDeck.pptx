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11827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11827"/>
                </a:solidFill>
                <a:latin typeface="Georgia"/>
              </a:rPr>
              <a:t>Rating Sub-Category Null Rates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Null Rate</c:v>
                </c:pt>
              </c:strCache>
            </c:strRef>
          </c:tx>
          <c:spPr>
            <a:solidFill>
              <a:srgbClr val="005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7415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Check-in</c:v>
                  </c:pt>
                  <c:pt idx="1">
                    <c:v>Value</c:v>
                  </c:pt>
                  <c:pt idx="2">
                    <c:v>Location</c:v>
                  </c:pt>
                  <c:pt idx="3">
                    <c:v>Communication</c:v>
                  </c:pt>
                  <c:pt idx="4">
                    <c:v>Room Quality</c:v>
                  </c:pt>
                  <c:pt idx="5">
                    <c:v>Room Comfort</c:v>
                  </c:pt>
                  <c:pt idx="6">
                    <c:v>Eco</c:v>
                  </c:pt>
                  <c:pt idx="7">
                    <c:v>Amenities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87</c:v>
                </c:pt>
                <c:pt idx="6">
                  <c:v>58</c:v>
                </c:pt>
                <c:pt idx="7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7415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457200" cy="457200"/>
          </a:xfrm>
          <a:prstGeom prst="rect">
            <a:avLst>
              <a:gd name="adj" fmla="val 16000"/>
            </a:avLst>
          </a:prstGeom>
          <a:solidFill>
            <a:srgbClr val="FFC72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4864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872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ReviewIQ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548640" y="1371600"/>
            <a:ext cx="7315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AI for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Smarter Travel Reviews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48640" y="320040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Filling information gaps in hotel reviews with intelligent,</a:t>
            </a:r>
            <a:endParaRPr lang="en-US" sz="16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follow-up questions via voice and text.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057B8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4663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Wharton Hack-AI-thon  |  Presented by Expedia Group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reviews are rich but inconsistent — and static prompts don’t adapt.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560320" cy="256032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25603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 Gaps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properties have rating categories that no guest has ever scored (check-in, value, location)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560320" cy="256032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5544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56616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Stale Data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6616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sub-ratings are null — guests skip categories because static prompts don’t guide them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560320" cy="256032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554480"/>
            <a:ext cx="2560320" cy="54864"/>
          </a:xfrm>
          <a:prstGeom prst="rect">
            <a:avLst/>
          </a:prstGeom>
          <a:solidFill>
            <a:srgbClr val="0057B8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7830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57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400800" y="2514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Uneven Coverage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0" y="283464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mentions of accessibility, pets, or Wi-Fi at many properties — critical info for travelers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review prompts don’t adapt. Every guest gets the same questions, regardless of what’s already known or missing.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Solution: ReviewIQ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tool that detects what’s missing and asks the right questions at the right time.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93192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8745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Detection Engine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2103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existing reviews to identify missing topics, null ratings, and stale information per property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846320" y="1554480"/>
            <a:ext cx="393192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8745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737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Question Generation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669280" y="21031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1–2 contextual follow-up questions targeting the highest-priority gaps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200400"/>
            <a:ext cx="393192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5204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 + Text Input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371600" y="3749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collection via Web Speech API — low friction with quick-tap chips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4846320" y="3200400"/>
            <a:ext cx="3931920" cy="13716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352044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0" y="3383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Visualization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5669280" y="37490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reviewers exactly how their answers improve information completeness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 Is Essential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solidFill>
            <a:srgbClr val="0057B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078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Corpus Analysis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3716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topic extraction across 16 travel categories (cleanliness, noise, Wi-Fi, accessibility, etc.) with keyword matching and frequency scoring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solidFill>
            <a:srgbClr val="0057B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19933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 Gap Detection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of 15 rating sub-categories per property — identifies where null rates exceed 50% (e.g., check-in: 100%, value: 100%)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solidFill>
            <a:srgbClr val="0057B8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926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2907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Priority Scoring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2004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weighted scoring: missing data severity × 10, low topic coverage × 8, staleness × 9, low volume × 7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solidFill>
            <a:srgbClr val="0057B8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40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88720" y="3822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Contextual Generation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4114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questions avoiding topics the guest already covered in their review text — no redundant asks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8046720" cy="27432"/>
          </a:xfrm>
          <a:prstGeom prst="rect">
            <a:avLst/>
          </a:prstGeom>
          <a:solidFill>
            <a:srgbClr val="D8DCE6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from real Expedia datasets: 13 properties, 5,999 reviews, 15 rating sub-categories, 16 topic dimensions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1554480" cy="54864"/>
          </a:xfrm>
          <a:prstGeom prst="rect">
            <a:avLst/>
          </a:prstGeom>
          <a:solidFill>
            <a:srgbClr val="0057B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Description_PROC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Reviews_PROC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828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057400" y="11887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57400" y="1188720"/>
            <a:ext cx="1554480" cy="54864"/>
          </a:xfrm>
          <a:prstGeom prst="rect">
            <a:avLst/>
          </a:prstGeom>
          <a:solidFill>
            <a:srgbClr val="374151"/>
          </a:solidFill>
          <a:ln/>
        </p:spPr>
      </p:sp>
      <p:sp>
        <p:nvSpPr>
          <p:cNvPr id="11" name="Text 9"/>
          <p:cNvSpPr/>
          <p:nvPr/>
        </p:nvSpPr>
        <p:spPr>
          <a:xfrm>
            <a:off x="205740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18288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Analysis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Nulls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Staleness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1828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840480" y="11887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0" y="1188720"/>
            <a:ext cx="1554480" cy="54864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Generator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31920" y="18288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Scoring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Selection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Avoidance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94960" y="1828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623560" y="11887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23560" y="1188720"/>
            <a:ext cx="155448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562356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Collection UI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715000" y="18288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Interface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Chips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78040" y="182880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7406640" y="1188720"/>
            <a:ext cx="1554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06640" y="1188720"/>
            <a:ext cx="1554480" cy="54864"/>
          </a:xfrm>
          <a:prstGeom prst="rect">
            <a:avLst/>
          </a:prstGeom>
          <a:solidFill>
            <a:srgbClr val="0057B8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1417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498080" y="182880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 %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Before/After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566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" y="4023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 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7160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(Vercel)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383280" y="4023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Engine:  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20624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NLP + statistical analysis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17920" y="40233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 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040880" y="40233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(GPT-4) for dynamic generation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8640" y="4480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Voice:  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7160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(Chrome, Safari, Edge)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383280" y="4480560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 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06240" y="44805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Expedia datasets (CSV → embedded JSON)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 Flow &amp; User Experience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7772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777240"/>
          </a:xfrm>
          <a:prstGeom prst="rect">
            <a:avLst/>
          </a:prstGeom>
          <a:solidFill>
            <a:srgbClr val="0C1629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1170432"/>
            <a:ext cx="457200" cy="457200"/>
          </a:xfrm>
          <a:prstGeom prst="rect">
            <a:avLst/>
          </a:prstGeom>
          <a:solidFill>
            <a:srgbClr val="0C162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70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5448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Select Property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41732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picks their hotel from the property catalog showing gap counts and ratings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65960"/>
            <a:ext cx="8046720" cy="7772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1965960"/>
            <a:ext cx="54864" cy="777240"/>
          </a:xfrm>
          <a:prstGeom prst="rect">
            <a:avLst/>
          </a:prstGeom>
          <a:solidFill>
            <a:srgbClr val="0057B8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2130552"/>
            <a:ext cx="457200" cy="457200"/>
          </a:xfrm>
          <a:prstGeom prst="rect">
            <a:avLst/>
          </a:prstGeom>
          <a:solidFill>
            <a:srgbClr val="0057B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130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5448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Review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237744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review flow — star rating + free text with voice dictation support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8046720" cy="7772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2926080"/>
            <a:ext cx="54864" cy="77724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3090672"/>
            <a:ext cx="457200" cy="457200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54480" y="3017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Follow-Up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33756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analyzes gaps and presents 1–2 targeted questions in a conversational chat UI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8046720" cy="7772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886200"/>
            <a:ext cx="54864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Shape 22"/>
          <p:cNvSpPr/>
          <p:nvPr/>
        </p:nvSpPr>
        <p:spPr>
          <a:xfrm>
            <a:off x="822960" y="4050792"/>
            <a:ext cx="45720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4050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55448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Your Impact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42976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dashboard shows before/after completeness with radar chart visualization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flow takes under 60 seconds — lower friction than a standard review.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 Gap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findings from the Expedia dataset: 13 properties, 5,999 reviews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280160"/>
          <a:ext cx="5029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943600" y="13716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057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5,999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7132320" y="1399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reviews analyzed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943600" y="2011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057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132320" y="20391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in dataset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0" y="26517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057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7132320" y="26791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with critical gaps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943600" y="32918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057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7132320" y="33192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Room Comfort null rate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943600" y="39319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0057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132320" y="39593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dimensions tracked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&amp; Business Impact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3200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3840480" cy="54864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Reviewers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friction — only 1–2 questions, 30 seconds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reduces typing effort by 70%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Quick-tap chips for instant answers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their impact immediately (motivation)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feel relevant, not generic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840480" cy="32004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840480" cy="54864"/>
          </a:xfrm>
          <a:prstGeom prst="rect">
            <a:avLst/>
          </a:prstGeom>
          <a:solidFill>
            <a:srgbClr val="0057B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325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Expedia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review quality — fill data gaps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complete property profiles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booking decisions = fewer complaints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 data without manual surveys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to 1M+ properties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follow-up answer can improve a property’s information completeness by up to 40%.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FFC72C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&amp; Scalability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2560320" cy="32918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Ready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SPA on Vercel (free tier)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gap detection (no backend needed)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API for advanced generation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Speech API (native browser support)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097280"/>
            <a:ext cx="2560320" cy="32918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097280"/>
            <a:ext cx="2560320" cy="54864"/>
          </a:xfrm>
          <a:prstGeom prst="rect">
            <a:avLst/>
          </a:prstGeom>
          <a:solidFill>
            <a:srgbClr val="0057B8"/>
          </a:solidFill>
          <a:ln/>
        </p:spPr>
      </p:sp>
      <p:sp>
        <p:nvSpPr>
          <p:cNvPr id="10" name="Text 8"/>
          <p:cNvSpPr/>
          <p:nvPr/>
        </p:nvSpPr>
        <p:spPr>
          <a:xfrm>
            <a:off x="356616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Scales to Production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18288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engine runs in &lt;100ms per property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Pre-computed gap scores in database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testable within Expedia review flow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100+ languages via Speech API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97280"/>
            <a:ext cx="2560320" cy="3291840"/>
          </a:xfrm>
          <a:prstGeom prst="rect">
            <a:avLst/>
          </a:prstGeom>
          <a:solidFill>
            <a:srgbClr val="F8F9F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82880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extraction vs. full NLP models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accuracy varies by accent/noise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user auth in prototype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questions vs. fully dynamic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intentionally didn’t solve: full NLP topic modeling, review sentiment analysis, property-to-property comparison.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C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C72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6576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ReviewIQ Stands Out</a:t>
            </a:r>
            <a:endParaRPr lang="en-US" sz="36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78408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9601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Data-Driven, Not Random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1005840" y="12344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generated from analysis of 5,999 real reviews — not hardcoded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64208"/>
            <a:ext cx="256032" cy="25603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05840" y="16459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Contextually Aware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1005840" y="19202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user’s review to avoid redundant questions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50008"/>
            <a:ext cx="256032" cy="25603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005840" y="2331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Multimodal &amp; Low-Friction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1005840" y="26060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+ quick-tap chips + chat UI = under 30 seconds</a:t>
            </a:r>
            <a:endParaRPr lang="en-US" sz="12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35808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005840" y="30175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7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Loop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1005840" y="329184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reviewers their impact motivates better, richer data</a:t>
            </a:r>
            <a:endParaRPr lang="en-US" sz="1200" dirty="0"/>
          </a:p>
        </p:txBody>
      </p:sp>
      <p:sp>
        <p:nvSpPr>
          <p:cNvPr id="17" name="Shape 10"/>
          <p:cNvSpPr/>
          <p:nvPr/>
        </p:nvSpPr>
        <p:spPr>
          <a:xfrm>
            <a:off x="0" y="3886200"/>
            <a:ext cx="9144000" cy="1257300"/>
          </a:xfrm>
          <a:prstGeom prst="rect">
            <a:avLst/>
          </a:prstGeom>
          <a:solidFill>
            <a:srgbClr val="0057B8"/>
          </a:solidFill>
          <a:ln/>
        </p:spPr>
      </p:sp>
      <p:sp>
        <p:nvSpPr>
          <p:cNvPr id="18" name="Text 11"/>
          <p:cNvSpPr/>
          <p:nvPr/>
        </p:nvSpPr>
        <p:spPr>
          <a:xfrm>
            <a:off x="548640" y="39776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Ask What Matters. Fill What’s Missing.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Improve Every Review.</a:t>
            </a:r>
            <a:endParaRPr lang="en-US" sz="2400" dirty="0"/>
          </a:p>
        </p:txBody>
      </p:sp>
      <p:sp>
        <p:nvSpPr>
          <p:cNvPr id="19" name="Text 12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ReviewIQ  |  2026 Wharton Hack-AI-thon  |  Expedia Group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ReviewIQ — Adaptive AI for Smarter Travel Reviews</dc:title>
  <dc:subject>PptxGenJS Presentation</dc:subject>
  <dc:creator>ReviewIQ Team</dc:creator>
  <cp:lastModifiedBy>ReviewIQ Team</cp:lastModifiedBy>
  <cp:revision>1</cp:revision>
  <dcterms:created xsi:type="dcterms:W3CDTF">2026-04-15T22:36:33Z</dcterms:created>
  <dcterms:modified xsi:type="dcterms:W3CDTF">2026-04-15T22:36:33Z</dcterms:modified>
</cp:coreProperties>
</file>